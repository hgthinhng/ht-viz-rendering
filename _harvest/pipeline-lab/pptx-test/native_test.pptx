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(ty VND)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145</c:v>
                </c:pt>
                <c:pt idx="2">
                  <c:v>160</c:v>
                </c:pt>
                <c:pt idx="3">
                  <c:v>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Loi nhuan (ty VND)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28</c:v>
                </c:pt>
                <c:pt idx="2">
                  <c:v>31</c:v>
                </c:pt>
                <c:pt idx="3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Bao cao tai chinh quy 2 - Test native 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Chu co dau: ừ ộ ẫ ợ ữ ể ỗ - kiem tra font tren PowerPoint that.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92608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