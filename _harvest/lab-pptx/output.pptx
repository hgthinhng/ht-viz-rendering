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E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1139962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Báo cáo tăng trưởng Quý III/2026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866775"/>
            <a:ext cx="113996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Doanh thu tăng </a:t>
            </a:r>
            <a:pPr algn="l" indent="0" marL="0">
              <a:spcBef>
                <a:spcPts val="600"/>
              </a:spcBef>
              <a:buNone/>
            </a:pPr>
            <a:r>
              <a:rPr lang="en-US" sz="1400" b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23,4%</a:t>
            </a:r>
            <a:pPr algn="l"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 với cùng kỳ, biên lợi nhuận gộp cải thiện rõ rệt ở mảng bán lẻ.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7950" y="1269950"/>
            <a:ext cx="2539901" cy="1143000"/>
          </a:xfrm>
          <a:prstGeom prst="roundRect">
            <a:avLst>
              <a:gd name="adj" fmla="val 4444"/>
            </a:avLst>
          </a:prstGeom>
          <a:solidFill>
            <a:srgbClr val="1A4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1101" y="1422350"/>
            <a:ext cx="21762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Doanh thu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11101" y="1739801"/>
            <a:ext cx="21762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1.245 tỷ đồng, tăng 23,4% svck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01901" y="1269950"/>
            <a:ext cx="2539901" cy="1143000"/>
          </a:xfrm>
          <a:prstGeom prst="roundRect">
            <a:avLst>
              <a:gd name="adj" fmla="val 4444"/>
            </a:avLst>
          </a:prstGeom>
          <a:solidFill>
            <a:srgbClr val="CC78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505051" y="1422350"/>
            <a:ext cx="21762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Lợi nhuận ròng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05051" y="1739801"/>
            <a:ext cx="21762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318 tỷ đồng, biên 25,5%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6000" y="1269950"/>
            <a:ext cx="259069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4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+23,4%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096000" y="1736675"/>
            <a:ext cx="2590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Tăng trưởng doanh thu YoY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7950" y="2667000"/>
            <a:ext cx="5079950" cy="61585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Mảng bán lẻ dẫn dắt tăng trưởng, đóng góp 62% doanh thu mới</a:t>
            </a:r>
            <a:endParaRPr lang="en-US" sz="1200" dirty="0"/>
          </a:p>
          <a:p>
            <a:pPr algn="l" marL="114300" indent="-1143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 phí vận hành giảm 8% nhờ tối ưu chuỗi cung ứng</a:t>
            </a:r>
            <a:endParaRPr lang="en-US" sz="1200" dirty="0"/>
          </a:p>
          <a:p>
            <a:pPr algn="l" marL="114300" indent="-1143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Thị phần khu vực phía Nam mở rộng thêm 3,1 điểm phần trăm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7950" y="4317950"/>
            <a:ext cx="51815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Biểu đồ doanh thu theo quý (tỷ đồng)</a:t>
            </a:r>
            <a:endParaRPr lang="en-US" sz="1200" dirty="0"/>
          </a:p>
        </p:txBody>
      </p:sp>
      <p:pic>
        <p:nvPicPr>
          <p:cNvPr id="14" name="Image 0" descr="/tmp/claude-1000/-home-hgthinhng/28783fef-7078-47d7-af0a-c84d36f8435e/scratchpad/lab-pptx/chart-rasteriz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50" y="4565600"/>
            <a:ext cx="4825901" cy="165095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07950" y="6470749"/>
            <a:ext cx="113996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Nguồn: Báo cáo tài chính hợp nhất Quý III/2026, đơn vị tự tổng hợp.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2026-08-06T12:52:45Z</dcterms:created>
  <dcterms:modified xsi:type="dcterms:W3CDTF">2026-08-06T12:52:45Z</dcterms:modified>
</cp:coreProperties>
</file>